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223B"/>
    <a:srgbClr val="33233A"/>
    <a:srgbClr val="EDF1F2"/>
    <a:srgbClr val="F7FBFC"/>
    <a:srgbClr val="ECEFF2"/>
    <a:srgbClr val="F5F9FC"/>
    <a:srgbClr val="F6FAFC"/>
    <a:srgbClr val="FEFEFE"/>
    <a:srgbClr val="F1E4F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6" y="2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7A825F-7041-7D79-FC00-504ED10A63BF}"/>
              </a:ext>
            </a:extLst>
          </p:cNvPr>
          <p:cNvSpPr/>
          <p:nvPr/>
        </p:nvSpPr>
        <p:spPr>
          <a:xfrm>
            <a:off x="14147800" y="8382000"/>
            <a:ext cx="1981200" cy="609600"/>
          </a:xfrm>
          <a:prstGeom prst="rect">
            <a:avLst/>
          </a:prstGeom>
          <a:solidFill>
            <a:srgbClr val="33233A"/>
          </a:solidFill>
          <a:ln>
            <a:solidFill>
              <a:srgbClr val="3622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BD2F66-67BF-0278-166F-CB1B06D90C3D}"/>
              </a:ext>
            </a:extLst>
          </p:cNvPr>
          <p:cNvSpPr/>
          <p:nvPr/>
        </p:nvSpPr>
        <p:spPr>
          <a:xfrm>
            <a:off x="14300200" y="8610600"/>
            <a:ext cx="1955800" cy="457200"/>
          </a:xfrm>
          <a:prstGeom prst="rect">
            <a:avLst/>
          </a:prstGeom>
          <a:solidFill>
            <a:srgbClr val="ECEFF2"/>
          </a:solidFill>
          <a:ln>
            <a:solidFill>
              <a:srgbClr val="EDF1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A828C3-7CFA-D0F1-655F-D7034A2FFF41}"/>
              </a:ext>
            </a:extLst>
          </p:cNvPr>
          <p:cNvSpPr/>
          <p:nvPr/>
        </p:nvSpPr>
        <p:spPr>
          <a:xfrm>
            <a:off x="14046200" y="8686800"/>
            <a:ext cx="2209800" cy="419100"/>
          </a:xfrm>
          <a:prstGeom prst="rect">
            <a:avLst/>
          </a:prstGeom>
          <a:solidFill>
            <a:srgbClr val="F5F9FC"/>
          </a:solidFill>
          <a:ln>
            <a:solidFill>
              <a:srgbClr val="F7FB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D9B89B-7319-F4B4-9494-EA080E07A14E}"/>
              </a:ext>
            </a:extLst>
          </p:cNvPr>
          <p:cNvSpPr/>
          <p:nvPr/>
        </p:nvSpPr>
        <p:spPr>
          <a:xfrm>
            <a:off x="14300200" y="8458200"/>
            <a:ext cx="1905000" cy="609600"/>
          </a:xfrm>
          <a:prstGeom prst="rect">
            <a:avLst/>
          </a:prstGeom>
          <a:solidFill>
            <a:srgbClr val="FFFFFF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5C5F8DC-17AF-D367-82BE-2DED493C9E8C}"/>
              </a:ext>
            </a:extLst>
          </p:cNvPr>
          <p:cNvSpPr/>
          <p:nvPr/>
        </p:nvSpPr>
        <p:spPr>
          <a:xfrm>
            <a:off x="13893800" y="8790214"/>
            <a:ext cx="2362200" cy="304800"/>
          </a:xfrm>
          <a:prstGeom prst="rect">
            <a:avLst/>
          </a:prstGeom>
          <a:solidFill>
            <a:srgbClr val="F4FEFF"/>
          </a:solidFill>
          <a:ln>
            <a:solidFill>
              <a:srgbClr val="F3F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618AE1-C831-FD31-2FD2-56AB02502B5E}"/>
              </a:ext>
            </a:extLst>
          </p:cNvPr>
          <p:cNvSpPr/>
          <p:nvPr/>
        </p:nvSpPr>
        <p:spPr>
          <a:xfrm>
            <a:off x="13893800" y="8801100"/>
            <a:ext cx="2362200" cy="342900"/>
          </a:xfrm>
          <a:prstGeom prst="rect">
            <a:avLst/>
          </a:prstGeom>
          <a:solidFill>
            <a:srgbClr val="F4FEFF"/>
          </a:solidFill>
          <a:ln>
            <a:solidFill>
              <a:srgbClr val="F3F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59013A9-F0A3-6151-226C-15EDD9CA4214}"/>
              </a:ext>
            </a:extLst>
          </p:cNvPr>
          <p:cNvSpPr/>
          <p:nvPr/>
        </p:nvSpPr>
        <p:spPr>
          <a:xfrm>
            <a:off x="14528800" y="8343900"/>
            <a:ext cx="1676400" cy="762000"/>
          </a:xfrm>
          <a:prstGeom prst="rect">
            <a:avLst/>
          </a:prstGeom>
          <a:solidFill>
            <a:srgbClr val="F4FEFF"/>
          </a:solidFill>
          <a:ln>
            <a:solidFill>
              <a:srgbClr val="F3F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884611-2E10-EACF-3814-0AD1D0C40D1F}"/>
              </a:ext>
            </a:extLst>
          </p:cNvPr>
          <p:cNvSpPr/>
          <p:nvPr/>
        </p:nvSpPr>
        <p:spPr>
          <a:xfrm>
            <a:off x="14634754" y="8572500"/>
            <a:ext cx="1600200" cy="533400"/>
          </a:xfrm>
          <a:prstGeom prst="rect">
            <a:avLst/>
          </a:prstGeom>
          <a:solidFill>
            <a:srgbClr val="F4FEFF"/>
          </a:solidFill>
          <a:ln>
            <a:solidFill>
              <a:srgbClr val="F3F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B79755A-2E66-D5EE-B983-BED7D28EAE8C}"/>
              </a:ext>
            </a:extLst>
          </p:cNvPr>
          <p:cNvSpPr/>
          <p:nvPr/>
        </p:nvSpPr>
        <p:spPr>
          <a:xfrm>
            <a:off x="5156200" y="5410200"/>
            <a:ext cx="2044700" cy="304800"/>
          </a:xfrm>
          <a:prstGeom prst="rect">
            <a:avLst/>
          </a:prstGeom>
          <a:gradFill flip="none" rotWithShape="1">
            <a:gsLst>
              <a:gs pos="0">
                <a:srgbClr val="512D4F">
                  <a:shade val="30000"/>
                  <a:satMod val="115000"/>
                </a:srgbClr>
              </a:gs>
              <a:gs pos="1000">
                <a:srgbClr val="512D4F">
                  <a:shade val="67500"/>
                  <a:satMod val="115000"/>
                </a:srgbClr>
              </a:gs>
              <a:gs pos="100000">
                <a:srgbClr val="512D4F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solidFill>
              <a:srgbClr val="4F2A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800" dirty="0">
                <a:solidFill>
                  <a:schemeClr val="bg1">
                    <a:lumMod val="85000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99000"/>
                    </a:srgbClr>
                  </a:outerShdw>
                </a:effectLst>
                <a:latin typeface="Aptos" panose="020B0004020202020204" pitchFamily="34" charset="0"/>
              </a:rPr>
              <a:t>jest</a:t>
            </a:r>
            <a:endParaRPr lang="en-US" sz="2800" dirty="0">
              <a:solidFill>
                <a:schemeClr val="bg1">
                  <a:lumMod val="85000"/>
                </a:schemeClr>
              </a:solidFill>
              <a:effectLst>
                <a:outerShdw blurRad="50800" dist="50800" dir="5400000" algn="ctr" rotWithShape="0">
                  <a:srgbClr val="000000">
                    <a:alpha val="99000"/>
                  </a:srgb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89AE44-50CD-0C0B-C17B-6D391E07E25B}"/>
              </a:ext>
            </a:extLst>
          </p:cNvPr>
          <p:cNvSpPr/>
          <p:nvPr/>
        </p:nvSpPr>
        <p:spPr>
          <a:xfrm>
            <a:off x="14094823" y="8648700"/>
            <a:ext cx="2133600" cy="457200"/>
          </a:xfrm>
          <a:prstGeom prst="rect">
            <a:avLst/>
          </a:prstGeom>
          <a:solidFill>
            <a:srgbClr val="EEEEEE"/>
          </a:solidFill>
          <a:ln>
            <a:solidFill>
              <a:srgbClr val="F1F1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F59C487-75B7-3ACF-0E27-19B87C456463}"/>
              </a:ext>
            </a:extLst>
          </p:cNvPr>
          <p:cNvSpPr/>
          <p:nvPr/>
        </p:nvSpPr>
        <p:spPr>
          <a:xfrm>
            <a:off x="14390914" y="8191500"/>
            <a:ext cx="1828800" cy="914400"/>
          </a:xfrm>
          <a:prstGeom prst="rect">
            <a:avLst/>
          </a:prstGeom>
          <a:solidFill>
            <a:srgbClr val="F4FEFF"/>
          </a:solidFill>
          <a:ln>
            <a:solidFill>
              <a:srgbClr val="F3FD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</Words>
  <Application>Microsoft Office PowerPoint</Application>
  <PresentationFormat>Custom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Anastasia Astapkovich</cp:lastModifiedBy>
  <cp:revision>2</cp:revision>
  <dcterms:created xsi:type="dcterms:W3CDTF">2006-08-16T00:00:00Z</dcterms:created>
  <dcterms:modified xsi:type="dcterms:W3CDTF">2026-05-20T20:38:31Z</dcterms:modified>
</cp:coreProperties>
</file>